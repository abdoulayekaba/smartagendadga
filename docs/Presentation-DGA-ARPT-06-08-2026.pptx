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8"/>
          </a:solidFill>
          <a:ln w="12700">
            <a:solidFill>
              <a:srgbClr val="0F3D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AUTORITÉ DE RÉGULATION DES POSTES ET TÉLÉCOMMUNICATIONS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pilotage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Cabinet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priorités : Gain de temps  ·  Traçabilité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au DGA  ·  06 août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0" y="5806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interne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aujourd’hui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Cabinet perd au quotidien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109728" cy="96012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perdu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Relances, recherches, Excel, allers-retours entre services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109728" cy="96012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334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dispersé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9443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Courriers, RDV et validations éclatés sur plusieurs canaux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566160"/>
            <a:ext cx="109728" cy="96012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3075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limitée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0416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de savoir où en est un dossier à un instant 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663440"/>
            <a:ext cx="109728" cy="96012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280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fragile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513892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validé ? Quand ? Quelle décision a été prise 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ARPT / DG / DGA · Usage interne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message central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cette plateforme apporte au Cabinet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7452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plateforme ne remplace pas le jugement du cabinet 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réduit le temps perdu et rend chaque décision traçable.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931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Gain de temps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Statuts visibles immédiatement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Moins de relances manuelles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Alertes automatiques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931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Traçabilité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Qui a fait quoi, quand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Circuit de validation clair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Contrôle par rôle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ARPT / DG / DGA · Usage interne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Gain de temps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 suivi manuel en pilotage immédiat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1645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l’info, relancer, vérifier plusieurs fois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vue unique : courriers, RDV, validations, alertes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d’allers-retours, plus de fluidité au quotidien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clé : « Ce qui prenait plusieurs allers-retours devient une information disponible en quelques clics. 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ARPT / DG / DGA · Usage interne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— concrètement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voyez dans la plateforme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556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Courriers entrants et sortants dans une seule vue consolidée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556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7804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délais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423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proche ou dépassée signalée automatiquement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794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587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RDV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4526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→ validation assistante → publication agenda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34747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794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8587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friction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4526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WhatsApp / Excel / relances pour savoir “où on en est”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ARPT / DG / DGA · Usage interne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Traçabilité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acte laisse une trace utile au Cabinet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819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8321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581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identifié selon son rôle (assistant, manager, cabinet…)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334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8321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6334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affectation, validation, traitement, archivage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91840" y="3429000"/>
            <a:ext cx="8321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685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des actions et des décisions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36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en est-on ?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91840" y="4480560"/>
            <a:ext cx="8321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4736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clair du dossier à tout moment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ARPT / DG / DGA · Usage interne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change pour le DGA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pilotage, pas une charge supplémentaire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87452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148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consolidée des flux du cabinet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87452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148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appuyées sur une information à jour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87452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148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clair et preuves d’exécution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0" y="15544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187452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2148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32688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2688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dépendance à la mémoire individuelle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ARPT / DG / DGA · Usage interne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démo 1 — Courrier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 gain de temps et la traçabilité en live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courrier apparaît dans le Tableau de board (entrant / sortant).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788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DGA, exécutant, échéance calculée automatiquement.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visible + alerte “proche” ou “dépassée” sans relance manuelle.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89720" y="141732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7260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72600" y="2788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sait qui a traité, quand, et où en est le dossier.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892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 : « En 30 secondes, on passe de “où en est ce courrier ?” à une réponse claire, datée et traçable. 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ARPT / DG / DGA · Usage interne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démo 2 — Rendez-vous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maîtrisé : demande → validation → agenda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81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96112" y="2148840"/>
            <a:ext cx="109728" cy="320040"/>
          </a:xfrm>
          <a:prstGeom prst="rect">
            <a:avLst/>
          </a:prstGeom>
          <a:solidFill>
            <a:srgbClr val="B7D5C4"/>
          </a:solidFill>
          <a:ln w="12700">
            <a:solidFill>
              <a:srgbClr val="B7D5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325880"/>
            <a:ext cx="9966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46304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74520" y="178308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manager / invité soumet priorité, type et participants.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334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6112" y="3200400"/>
            <a:ext cx="109728" cy="320040"/>
          </a:xfrm>
          <a:prstGeom prst="rect">
            <a:avLst/>
          </a:prstGeom>
          <a:solidFill>
            <a:srgbClr val="B7D5C4"/>
          </a:solidFill>
          <a:ln w="12700">
            <a:solidFill>
              <a:srgbClr val="B7D5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377440"/>
            <a:ext cx="9966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1460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74520" y="283464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L’assistante approuve, refuse ou reprogramme.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850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96112" y="4251960"/>
            <a:ext cx="109728" cy="320040"/>
          </a:xfrm>
          <a:prstGeom prst="rect">
            <a:avLst/>
          </a:prstGeom>
          <a:solidFill>
            <a:srgbClr val="B7D5C4"/>
          </a:solidFill>
          <a:ln w="12700">
            <a:solidFill>
              <a:srgbClr val="B7D5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3429000"/>
            <a:ext cx="9966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35661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74520" y="388620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créneau est intégré à l’agenda, sans conflit.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640080" cy="640080"/>
          </a:xfrm>
          <a:prstGeom prst="ellipse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365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54480" y="4480560"/>
            <a:ext cx="9966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461772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874520" y="49377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du circuit est conservée.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ARPT / DG / DGA · Usage interne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8"/>
          </a:solidFill>
          <a:ln w="12700">
            <a:solidFill>
              <a:srgbClr val="0F3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L’objectif n’est pas d’ajouter une application de plus.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de gagner du temps utile et d’assurer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traçabilité complète des décisions du cabinet.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 maintenant  ·  Courrier + Rendez-vous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— ARPT / DG / DGA · Usage interne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Cabinet — Gain de temps &amp; Traçabilité</dc:title>
  <dc:subject>Présentation DGA — 06/08/2026</dc:subject>
  <dc:creator>Cabinet DG / ARPT</dc:creator>
  <cp:lastModifiedBy>Cabinet DG / ARPT</cp:lastModifiedBy>
  <cp:revision>1</cp:revision>
  <dcterms:created xsi:type="dcterms:W3CDTF">2026-08-06T10:31:14Z</dcterms:created>
  <dcterms:modified xsi:type="dcterms:W3CDTF">2026-08-06T10:31:14Z</dcterms:modified>
</cp:coreProperties>
</file>